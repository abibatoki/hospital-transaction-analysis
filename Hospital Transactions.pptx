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 of Patients Visit by Year and Quarter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Doctors by Total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Patients by Total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 of Doctors and Patients by Specialty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4ec0d005-ea5c-4057-bd7d-05c4419f49b5?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5484769a6c744568" /><Relationship Type="http://schemas.openxmlformats.org/officeDocument/2006/relationships/slideLayout" Target="/ppt/slideLayouts/slideLayout8.xml" Id="Rbdf2a991d3a24ce8" /><Relationship Type="http://schemas.openxmlformats.org/officeDocument/2006/relationships/hyperlink" Target="https://app.powerbi.com/groups/me/reports/4ec0d005-ea5c-4057-bd7d-05c4419f49b5/?pbi_source=PowerPoint" TargetMode="External" Id="RelId0" /><Relationship Type="http://schemas.openxmlformats.org/officeDocument/2006/relationships/image" Target="/ppt/media/image4.png" Id="imgId35188077"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25e4950b12fa4843" /><Relationship Type="http://schemas.openxmlformats.org/officeDocument/2006/relationships/slideLayout" Target="/ppt/slideLayouts/slideLayout8.xml" Id="Rcef410a803534c1d" /><Relationship Type="http://schemas.openxmlformats.org/officeDocument/2006/relationships/hyperlink" Target="https://app.powerbi.com/groups/me/reports/4ec0d005-ea5c-4057-bd7d-05c4419f49b5/?pbi_source=PowerPoint" TargetMode="External" Id="RelId1" /><Relationship Type="http://schemas.openxmlformats.org/officeDocument/2006/relationships/image" Target="/ppt/media/image5.png" Id="imgId3518807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Hospital Transactions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12/16/2025 3:54:50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12/15/2025 1:14:36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shape ,shape ,shape ,shape ,shape ,shape ,shape ,shape ,shape ,shape ,shape ,card ,gauge ,card ,card ,card ,card ,lineChart ,clusteredBarChart ,clusteredBarChart ,pivotTable ,slicer ,slicer ,slicer ,slicer ,textbox ,pageNavigato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35188077"/>
          <a:stretch xmlns:a="http://schemas.openxmlformats.org/drawingml/2006/main">
            <a:fillRect/>
          </a:stretch>
        </p:blipFill>
        <p:spPr>
          <a:xfrm xmlns:a="http://schemas.openxmlformats.org/drawingml/2006/main">
            <a:off x="904875" y="0"/>
            <a:ext cx="1036320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Revenue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shape ,shape ,shape ,shape ,shape ,shape ,shape ,shape ,shape ,shape ,shape ,shape ,card ,card ,card ,gauge ,card ,card ,slicer ,slicer ,slicer ,slicer ,No. of Patients Visit by Year and Quarter ,Top 5 Doctors by Total Revenue ,Top 5 Patients by Total Revenue ,No. of Doctors and Patients by Specialty ,multiRowCard ,multiRowCard ,textbox ,pageNavigato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35188078"/>
          <a:stretch xmlns:a="http://schemas.openxmlformats.org/drawingml/2006/main">
            <a:fillRect/>
          </a:stretch>
        </p:blipFill>
        <p:spPr>
          <a:xfrm xmlns:a="http://schemas.openxmlformats.org/drawingml/2006/main">
            <a:off x="904875" y="0"/>
            <a:ext cx="1036320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Performance</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